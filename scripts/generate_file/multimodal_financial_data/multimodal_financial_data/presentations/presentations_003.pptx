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2025年度投资策略展望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分析师：陈超</a:t>
            </a:r>
          </a:p>
          <a:p>
            <a:r>
              <a:t>日期：2026年04月04日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市场回顾与展望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重点推荐标的</a:t>
            </a:r>
          </a:p>
        </p:txBody>
      </p:sp>
      <p:pic>
        <p:nvPicPr>
          <p:cNvPr id="3" name="Picture 2" descr="8d0645d4dd2d46c6a482f7062706f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43507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推荐逻辑：1)估值修复空间 2)业绩确定性 3)行业景气度向上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