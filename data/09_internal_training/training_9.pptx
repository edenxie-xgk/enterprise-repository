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根据内部财务模型测算，精芯信息有限公司 在未来三年</a:t>
            </a:r>
          </a:p>
          <a:p>
            <a:r>
              <a:t>收入复合增长率预计可达到 24%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浦华众城信息有限公司 主要位于产业链的 上游 环节。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根据内部财务模型测算，东方峻景网络有限公司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根据内部财务模型测算，和泰科技有限公司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和泰传媒有限公司 是中国 消费科技 行业的重要企业之一。</a:t>
            </a:r>
          </a:p>
          <a:p>
            <a:r>
              <a:t>根据华辰资本 资产配置委员会 的研究，该公司成立于 2020 年，</a:t>
            </a:r>
          </a:p>
          <a:p>
            <a:r>
              <a:t>目前员工规模约 7048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根据内部财务模型测算，雨林木风计算机网络有限公司 在未来三年</a:t>
            </a:r>
          </a:p>
          <a:p>
            <a:r>
              <a:t>收入复合增长率预计可达到 28%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根据内部财务模型测算，华远软件信息有限公司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机器人 行业的投资机会，并对 济南亿次元网络有限公司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南康网络有限公司 主要位于产业链的 上游 环节。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浦华众城信息有限公司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中游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机器人 行业的投资机会，并对 艾提科信科技有限公司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创联世纪科技有限公司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九方信息有限公司 是中国 新能源 行业的重要企业之一。</a:t>
            </a:r>
          </a:p>
          <a:p>
            <a:r>
              <a:t>根据华辰资本 投资策略部 的研究，该公司成立于 2011 年，</a:t>
            </a:r>
          </a:p>
          <a:p>
            <a:r>
              <a:t>目前员工规模约 6198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鸿睿思博网络有限公司 主要位于产业链的 中游 环节。</a:t>
            </a:r>
          </a:p>
          <a:p/>
          <a:p/>
          <a:p>
            <a:r>
              <a:t>浦华众城科技有限公司 是中国 半导体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273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易动力科技有限公司 主要位于产业链的 上游 环节。</a:t>
            </a:r>
          </a:p>
          <a:p/>
          <a:p/>
          <a:p>
            <a:r>
              <a:t>根据内部财务模型测算，昊嘉网络有限公司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天益信息有限公司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根据内部财务模型测算，快讯网络有限公司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下游 环节。</a:t>
            </a:r>
          </a:p>
          <a:p/>
          <a:p/>
          <a:p>
            <a:r>
              <a:t>根据内部财务模型测算，富罳信息有限公司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南康网络有限公司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根据内部财务模型测算，九方信息有限公司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机器人 行业的投资机会，并对 艾提科信科技有限公司</a:t>
            </a:r>
          </a:p>
          <a:p>
            <a:r>
              <a:t>进行了重点评估。</a:t>
            </a:r>
          </a:p>
          <a:p/>
          <a:p/>
          <a:p>
            <a:r>
              <a:t>鸿睿思博网络有限公司 是中国 新能源 行业的重要企业之一。</a:t>
            </a:r>
          </a:p>
          <a:p>
            <a:r>
              <a:t>根据华辰资本 资产配置委员会 的研究，该公司成立于 2015 年，</a:t>
            </a:r>
          </a:p>
          <a:p>
            <a:r>
              <a:t>目前员工规模约 1240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根据内部财务模型测算，创亿网络有限公司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昊嘉网络有限公司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快讯网络有限公司 主要位于产业链的 上游 环节。</a:t>
            </a:r>
          </a:p>
          <a:p/>
          <a:p/>
          <a:p>
            <a:r>
              <a:t>昂歌信息科技有限公司 是中国 消费科技 行业的重要企业之一。</a:t>
            </a:r>
          </a:p>
          <a:p>
            <a:r>
              <a:t>根据华辰资本 资产配置委员会 的研究，该公司成立于 2020 年，</a:t>
            </a:r>
          </a:p>
          <a:p>
            <a:r>
              <a:t>目前员工规模约 3973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凌云网络有限公司 主要位于产业链的 上游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和泰传媒有限公司 主要位于产业链的 中游 环节。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天益信息有限公司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根据内部财务模型测算，昊嘉网络有限公司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