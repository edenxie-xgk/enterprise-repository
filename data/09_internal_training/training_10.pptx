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鸿睿思博网络有限公司 是中国 新能源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飞利信科技有限公司 是中国 新能源 行业的重要企业之一。</a:t>
            </a:r>
          </a:p>
          <a:p>
            <a:r>
              <a:t>根据华辰资本 风险管理部 的研究，该公司成立于 2005 年，</a:t>
            </a:r>
          </a:p>
          <a:p>
            <a:r>
              <a:t>目前员工规模约 4433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迪摩科技有限公司 是中国 人工智能 行业的重要企业之一。</a:t>
            </a:r>
          </a:p>
          <a:p>
            <a:r>
              <a:t>根据华辰资本 投资委员会 的研究，该公司成立于 2017 年，</a:t>
            </a:r>
          </a:p>
          <a:p>
            <a:r>
              <a:t>目前员工规模约 7554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国讯网络有限公司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富罳信息有限公司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创亿信息有限公司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富罳信息有限公司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根据内部财务模型测算，富罳信息有限公司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雨林木风计算机科技有限公司 主要位于产业链的 中游 环节。</a:t>
            </a:r>
          </a:p>
          <a:p/>
          <a:p/>
          <a:p>
            <a:r>
              <a:t>和泰科技有限公司 是中国 人工智能 行业的重要企业之一。</a:t>
            </a:r>
          </a:p>
          <a:p>
            <a:r>
              <a:t>根据华辰资本 投资策略部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易动力科技有限公司 是中国 云计算 行业的重要企业之一。</a:t>
            </a:r>
          </a:p>
          <a:p>
            <a:r>
              <a:t>根据华辰资本 量化研究部 的研究，该公司成立于 2014 年，</a:t>
            </a:r>
          </a:p>
          <a:p>
            <a:r>
              <a:t>目前员工规模约 1450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信诚致远传媒有限公司 是中国 人工智能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5674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根据内部财务模型测算，创联世纪科技有限公司 在未来三年</a:t>
            </a:r>
          </a:p>
          <a:p>
            <a:r>
              <a:t>收入复合增长率预计可达到 28%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根据内部财务模型测算，东方峻景传媒有限公司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上游 环节。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和泰传媒有限公司 是中国 消费科技 行业的重要企业之一。</a:t>
            </a:r>
          </a:p>
          <a:p>
            <a:r>
              <a:t>根据华辰资本 风险管理部 的研究，该公司成立于 2020 年，</a:t>
            </a:r>
          </a:p>
          <a:p>
            <a:r>
              <a:t>目前员工规模约 7048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根据内部财务模型测算，精芯科技有限公司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根据内部财务模型测算，浦华众城科技有限公司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根据内部财务模型测算，华远软件信息有限公司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新宇龙信息传媒有限公司 主要位于产业链的 下游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佳禾科技有限公司 主要位于产业链的 上游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昊嘉网络有限公司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创亿网络有限公司 是中国 云计算 行业的重要企业之一。</a:t>
            </a:r>
          </a:p>
          <a:p>
            <a:r>
              <a:t>根据华辰资本 资产配置委员会 的研究，该公司成立于 2010 年，</a:t>
            </a:r>
          </a:p>
          <a:p>
            <a:r>
              <a:t>目前员工规模约 4041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创联世纪科技有限公司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浦华众城信息有限公司 是中国 云计算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2962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凌云网络有限公司 是中国 医疗科技 行业的重要企业之一。</a:t>
            </a:r>
          </a:p>
          <a:p>
            <a:r>
              <a:t>根据华辰资本 投资策略部 的研究，该公司成立于 2020 年，</a:t>
            </a:r>
          </a:p>
          <a:p>
            <a:r>
              <a:t>目前员工规模约 730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九方信息有限公司 是中国 新能源 行业的重要企业之一。</a:t>
            </a:r>
          </a:p>
          <a:p>
            <a:r>
              <a:t>根据华辰资本 资产配置委员会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昂歌信息科技有限公司 主要位于产业链的 中游 环节。</a:t>
            </a:r>
          </a:p>
          <a:p/>
          <a:p/>
          <a:p>
            <a:r>
              <a:t>根据内部财务模型测算，银嘉信息有限公司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天益信息有限公司 是中国 云计算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6900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兰金电子网络有限公司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