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根据内部财务模型测算，精芯科技有限公司 在未来三年</a:t>
            </a:r>
          </a:p>
          <a:p>
            <a:r>
              <a:t>收入复合增长率预计可达到 31%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根据内部财务模型测算，创亿信息有限公司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根据内部财务模型测算，和泰传媒有限公司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创亿网络有限公司 主要位于产业链的 下游 环节。</a:t>
            </a:r>
          </a:p>
          <a:p/>
          <a:p/>
          <a:p>
            <a:r>
              <a:t>东方峻景网络有限公司 是中国 机器人 行业的重要企业之一。</a:t>
            </a:r>
          </a:p>
          <a:p>
            <a:r>
              <a:t>根据华辰资本 投资策略部 的研究，该公司成立于 2020 年，</a:t>
            </a:r>
          </a:p>
          <a:p>
            <a:r>
              <a:t>目前员工规模约 7859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鸿睿思博信息有限公司 是中国 半导体 行业的重要企业之一。</a:t>
            </a:r>
          </a:p>
          <a:p>
            <a:r>
              <a:t>根据华辰资本 投资策略部 的研究，该公司成立于 2015 年，</a:t>
            </a:r>
          </a:p>
          <a:p>
            <a:r>
              <a:t>目前员工规模约 1207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根据内部财务模型测算，雨林木风计算机科技有限公司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根据内部财务模型测算，昊嘉网络有限公司 在未来三年</a:t>
            </a:r>
          </a:p>
          <a:p>
            <a:r>
              <a:t>收入复合增长率预计可达到 23%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根据内部财务模型测算，浦华众城信息有限公司 在未来三年</a:t>
            </a:r>
          </a:p>
          <a:p>
            <a:r>
              <a:t>收入复合增长率预计可达到 31%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雨林木风计算机网络有限公司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根据内部财务模型测算，创汇传媒有限公司 在未来三年</a:t>
            </a:r>
          </a:p>
          <a:p>
            <a:r>
              <a:t>收入复合增长率预计可达到 15%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云计算 行业的投资机会，并对 浦华众城信息有限公司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机器人 行业的投资机会，并对 济南亿次元网络有限公司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创亿信息有限公司 主要位于产业链的 上游 环节。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消费科技 行业的投资机会，并对 精芯信息有限公司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九方信息有限公司 是中国 新能源 行业的重要企业之一。</a:t>
            </a:r>
          </a:p>
          <a:p>
            <a:r>
              <a:t>根据华辰资本 投资策略部 的研究，该公司成立于 2011 年，</a:t>
            </a:r>
          </a:p>
          <a:p>
            <a:r>
              <a:t>目前员工规模约 6198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创联世纪科技有限公司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创亿网络有限公司 是中国 云计算 行业的重要企业之一。</a:t>
            </a:r>
          </a:p>
          <a:p>
            <a:r>
              <a:t>根据华辰资本 量化研究部 的研究，该公司成立于 2010 年，</a:t>
            </a:r>
          </a:p>
          <a:p>
            <a:r>
              <a:t>目前员工规模约 4041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根据内部财务模型测算，精芯信息有限公司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人工智能 行业的投资机会，并对 信诚致远传媒有限公司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新能源 行业的投资机会，并对 东方峻景传媒有限公司</a:t>
            </a:r>
          </a:p>
          <a:p>
            <a:r>
              <a:t>进行了重点评估。</a:t>
            </a:r>
          </a:p>
          <a:p/>
          <a:p/>
          <a:p>
            <a:r>
              <a:t>九方信息有限公司 是中国 新能源 行业的重要企业之一。</a:t>
            </a:r>
          </a:p>
          <a:p>
            <a:r>
              <a:t>根据华辰资本 量化研究部 的研究，该公司成立于 2011 年，</a:t>
            </a:r>
          </a:p>
          <a:p>
            <a:r>
              <a:t>目前员工规模约 6198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艾提科信科技有限公司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快讯网络有限公司 主要位于产业链的 上游 环节。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新能源 行业的投资机会，并对 九方信息有限公司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新能源 行业的投资机会，并对 鸿睿思博网络有限公司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立信电子网络有限公司 主要位于产业链的 中游 环节。</a:t>
            </a:r>
          </a:p>
          <a:p/>
          <a:p/>
          <a:p>
            <a:r>
              <a:t>鸿睿思博网络有限公司 是中国 新能源 行业的重要企业之一。</a:t>
            </a:r>
          </a:p>
          <a:p>
            <a:r>
              <a:t>根据华辰资本 风险管理部 的研究，该公司成立于 2015 年，</a:t>
            </a:r>
          </a:p>
          <a:p>
            <a:r>
              <a:t>目前员工规模约 1240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兰金电子网络有限公司 是中国 消费科技 行业的重要企业之一。</a:t>
            </a:r>
          </a:p>
          <a:p>
            <a:r>
              <a:t>根据华辰资本 投资委员会 的研究，该公司成立于 2006 年，</a:t>
            </a:r>
          </a:p>
          <a:p>
            <a:r>
              <a:t>目前员工规模约 4629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根据内部财务模型测算，快讯网络有限公司 在未来三年</a:t>
            </a:r>
          </a:p>
          <a:p>
            <a:r>
              <a:t>收入复合增长率预计可达到 20%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半导体 行业的投资机会，并对 华远软件信息有限公司</a:t>
            </a:r>
          </a:p>
          <a:p>
            <a:r>
              <a:t>进行了重点评估。</a:t>
            </a:r>
          </a:p>
          <a:p/>
          <a:p/>
          <a:p>
            <a:r>
              <a:t>精芯科技有限公司 是中国 云计算 行业的重要企业之一。</a:t>
            </a:r>
          </a:p>
          <a:p>
            <a:r>
              <a:t>根据华辰资本 资产配置委员会 的研究，该公司成立于 2005 年，</a:t>
            </a:r>
          </a:p>
          <a:p>
            <a:r>
              <a:t>目前员工规模约 3520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根据内部财务模型测算，华远软件信息有限公司 在未来三年</a:t>
            </a:r>
          </a:p>
          <a:p>
            <a:r>
              <a:t>收入复合增长率预计可达到 18%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医疗科技 行业的投资机会，并对 创联世纪科技有限公司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富罳信息有限公司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根据内部财务模型测算，浦华众城科技有限公司 在未来三年</a:t>
            </a:r>
          </a:p>
          <a:p>
            <a:r>
              <a:t>收入复合增长率预计可达到 15%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和泰科技有限公司 是中国 人工智能 行业的重要企业之一。</a:t>
            </a:r>
          </a:p>
          <a:p>
            <a:r>
              <a:t>根据华辰资本 投资策略部 的研究，该公司成立于 2008 年，</a:t>
            </a:r>
          </a:p>
          <a:p>
            <a:r>
              <a:t>目前员工规模约 6443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