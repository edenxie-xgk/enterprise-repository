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新宇龙信息传媒有限公司 是中国 机器人 行业的重要企业之一。</a:t>
            </a:r>
          </a:p>
          <a:p>
            <a:r>
              <a:t>根据华辰资本 资产配置委员会 的研究，该公司成立于 2018 年，</a:t>
            </a:r>
          </a:p>
          <a:p>
            <a:r>
              <a:t>目前员工规模约 6070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和泰科技有限公司 是中国 人工智能 行业的重要企业之一。</a:t>
            </a:r>
          </a:p>
          <a:p>
            <a:r>
              <a:t>根据华辰资本 风险管理部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鸿睿思博网络有限公司 是中国 新能源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浦华众城科技有限公司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根据内部财务模型测算，易动力科技有限公司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和泰科技有限公司 主要位于产业链的 下游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和泰传媒有限公司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根据内部财务模型测算，信诚致远传媒有限公司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和泰科技有限公司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根据内部财务模型测算，富罳信息有限公司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机器人 行业的投资机会，并对 新宇龙信息传媒有限公司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华远软件信息有限公司 是中国 半导体 行业的重要企业之一。</a:t>
            </a:r>
          </a:p>
          <a:p>
            <a:r>
              <a:t>根据华辰资本 量化研究部 的研究，该公司成立于 2015 年，</a:t>
            </a:r>
          </a:p>
          <a:p>
            <a:r>
              <a:t>目前员工规模约 6302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天益科技有限公司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易动力科技有限公司 主要位于产业链的 中游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信诚致远传媒有限公司 主要位于产业链的 下游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东方峻景传媒有限公司 主要位于产业链的 下游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根据内部财务模型测算，创亿网络有限公司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医疗科技 行业的投资机会，并对 凌云网络有限公司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九方信息有限公司 主要位于产业链的 下游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天益科技有限公司 主要位于产业链的 上游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国讯网络有限公司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根据内部财务模型测算，雨林木风计算机网络有限公司 在未来三年</a:t>
            </a:r>
          </a:p>
          <a:p>
            <a:r>
              <a:t>收入复合增长率预计可达到 20%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南康网络有限公司 主要位于产业链的 中游 环节。</a:t>
            </a:r>
          </a:p>
          <a:p/>
          <a:p/>
          <a:p>
            <a:r>
              <a:t>根据内部财务模型测算，精芯科技有限公司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根据内部财务模型测算，天益信息有限公司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凌云网络有限公司 是中国 医疗科技 行业的重要企业之一。</a:t>
            </a:r>
          </a:p>
          <a:p>
            <a:r>
              <a:t>根据华辰资本 投资策略部 的研究，该公司成立于 2020 年，</a:t>
            </a:r>
          </a:p>
          <a:p>
            <a:r>
              <a:t>目前员工规模约 730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新宇龙信息传媒有限公司 是中国 机器人 行业的重要企业之一。</a:t>
            </a:r>
          </a:p>
          <a:p>
            <a:r>
              <a:t>根据华辰资本 投资策略部 的研究，该公司成立于 2018 年，</a:t>
            </a:r>
          </a:p>
          <a:p>
            <a:r>
              <a:t>目前员工规模约 6070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天益信息有限公司 是中国 云计算 行业的重要企业之一。</a:t>
            </a:r>
          </a:p>
          <a:p>
            <a:r>
              <a:t>根据华辰资本 资产配置委员会 的研究，该公司成立于 2015 年，</a:t>
            </a:r>
          </a:p>
          <a:p>
            <a:r>
              <a:t>目前员工规模约 6900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根据内部财务模型测算，昊嘉网络有限公司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精芯科技有限公司 主要位于产业链的 中游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根据内部财务模型测算，富罳信息有限公司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