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Global Macro Fund 在最近的资产配置会议中</a:t>
            </a:r>
          </a:p>
          <a:p>
            <a:r>
              <a:t>讨论了 新能源 行业的投资机会，并对 创汇传媒有限公司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Energy Transition Fund 在最近的资产配置会议中</a:t>
            </a:r>
          </a:p>
          <a:p>
            <a:r>
              <a:t>讨论了 医疗科技 行业的投资机会，并对 创亿信息有限公司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半导体 行业的投资机会，并对 浦华众城科技有限公司</a:t>
            </a:r>
          </a:p>
          <a:p>
            <a:r>
              <a:t>进行了重点评估。</a:t>
            </a:r>
          </a:p>
          <a:p/>
          <a:p/>
          <a:p>
            <a:r>
              <a:t>创亿网络有限公司 是中国 云计算 行业的重要企业之一。</a:t>
            </a:r>
          </a:p>
          <a:p>
            <a:r>
              <a:t>根据华辰资本 资产配置委员会 的研究，该公司成立于 2010 年，</a:t>
            </a:r>
          </a:p>
          <a:p>
            <a:r>
              <a:t>目前员工规模约 4041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根据内部财务模型测算，万迅电脑网络有限公司 在未来三年</a:t>
            </a:r>
          </a:p>
          <a:p>
            <a:r>
              <a:t>收入复合增长率预计可达到 28%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雨林木风计算机网络有限公司 是中国 医疗科技 行业的重要企业之一。</a:t>
            </a:r>
          </a:p>
          <a:p>
            <a:r>
              <a:t>根据华辰资本 投资策略部 的研究，该公司成立于 2012 年，</a:t>
            </a:r>
          </a:p>
          <a:p>
            <a:r>
              <a:t>目前员工规模约 1948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根据内部财务模型测算，立信电子网络有限公司 在未来三年</a:t>
            </a:r>
          </a:p>
          <a:p>
            <a:r>
              <a:t>收入复合增长率预计可达到 33%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浦华众城信息有限公司 是中国 云计算 行业的重要企业之一。</a:t>
            </a:r>
          </a:p>
          <a:p>
            <a:r>
              <a:t>根据华辰资本 风险管理部 的研究，该公司成立于 2015 年，</a:t>
            </a:r>
          </a:p>
          <a:p>
            <a:r>
              <a:t>目前员工规模约 2962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万迅电脑网络有限公司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雨林木风计算机网络有限公司 主要位于产业链的 下游 环节。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云计算 行业的投资机会，并对 精芯科技有限公司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新能源 行业的投资机会，并对 快讯网络有限公司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AI Innovation Fund 在最近的资产配置会议中</a:t>
            </a:r>
          </a:p>
          <a:p>
            <a:r>
              <a:t>讨论了 消费科技 行业的投资机会，并对 精芯信息有限公司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云计算 行业的投资机会，并对 天益信息有限公司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根据内部财务模型测算，东方峻景传媒有限公司 在未来三年</a:t>
            </a:r>
          </a:p>
          <a:p>
            <a:r>
              <a:t>收入复合增长率预计可达到 26%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Alpha Growth Fund 在最近的资产配置会议中</a:t>
            </a:r>
          </a:p>
          <a:p>
            <a:r>
              <a:t>讨论了 医疗科技 行业的投资机会，并对 雨林木风计算机网络有限公司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鸿睿思博网络有限公司 是中国 新能源 行业的重要企业之一。</a:t>
            </a:r>
          </a:p>
          <a:p>
            <a:r>
              <a:t>根据华辰资本 投资策略部 的研究，该公司成立于 2015 年，</a:t>
            </a:r>
          </a:p>
          <a:p>
            <a:r>
              <a:t>目前员工规模约 1240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创亿网络有限公司 主要位于产业链的 中游 环节。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根据内部财务模型测算，佳禾科技有限公司 在未来三年</a:t>
            </a:r>
          </a:p>
          <a:p>
            <a:r>
              <a:t>收入复合增长率预计可达到 30%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人工智能 行业的投资机会，并对 雨林木风计算机科技有限公司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根据内部财务模型测算，九方信息有限公司 在未来三年</a:t>
            </a:r>
          </a:p>
          <a:p>
            <a:r>
              <a:t>收入复合增长率预计可达到 12%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根据内部财务模型测算，浦华众城信息有限公司 在未来三年</a:t>
            </a:r>
          </a:p>
          <a:p>
            <a:r>
              <a:t>收入复合增长率预计可达到 13%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根据内部财务模型测算，艾提科信科技有限公司 在未来三年</a:t>
            </a:r>
          </a:p>
          <a:p>
            <a:r>
              <a:t>收入复合增长率预计可达到 23%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九方网络有限公司 是中国 新能源 行业的重要企业之一。</a:t>
            </a:r>
          </a:p>
          <a:p>
            <a:r>
              <a:t>根据华辰资本 资产配置委员会 的研究，该公司成立于 2009 年，</a:t>
            </a:r>
          </a:p>
          <a:p>
            <a:r>
              <a:t>目前员工规模约 7967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易动力科技有限公司 是中国 云计算 行业的重要企业之一。</a:t>
            </a:r>
          </a:p>
          <a:p>
            <a:r>
              <a:t>根据华辰资本 风险管理部 的研究，该公司成立于 2014 年，</a:t>
            </a:r>
          </a:p>
          <a:p>
            <a:r>
              <a:t>目前员工规模约 1450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信诚致远传媒有限公司 主要位于产业链的 中游 环节。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鸿睿思博网络有限公司 是中国 新能源 行业的重要企业之一。</a:t>
            </a:r>
          </a:p>
          <a:p>
            <a:r>
              <a:t>根据华辰资本 量化研究部 的研究，该公司成立于 2015 年，</a:t>
            </a:r>
          </a:p>
          <a:p>
            <a:r>
              <a:t>目前员工规模约 1240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兰金电子网络有限公司 主要位于产业链的 上游 环节。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创亿信息有限公司 是中国 医疗科技 行业的重要企业之一。</a:t>
            </a:r>
          </a:p>
          <a:p>
            <a:r>
              <a:t>根据华辰资本 风险管理部 的研究，该公司成立于 2007 年，</a:t>
            </a:r>
          </a:p>
          <a:p>
            <a:r>
              <a:t>目前员工规模约 7601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根据内部财务模型测算，银嘉信息有限公司 在未来三年</a:t>
            </a:r>
          </a:p>
          <a:p>
            <a:r>
              <a:t>收入复合增长率预计可达到 16%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根据内部财务模型测算，鸿睿思博信息有限公司 在未来三年</a:t>
            </a:r>
          </a:p>
          <a:p>
            <a:r>
              <a:t>收入复合增长率预计可达到 25%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根据内部财务模型测算，凌云网络有限公司 在未来三年</a:t>
            </a:r>
          </a:p>
          <a:p>
            <a:r>
              <a:t>收入复合增长率预计可达到 22%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万迅电脑网络有限公司 是中国 半导体 行业的重要企业之一。</a:t>
            </a:r>
          </a:p>
          <a:p>
            <a:r>
              <a:t>根据华辰资本 资产配置委员会 的研究，该公司成立于 2019 年，</a:t>
            </a:r>
          </a:p>
          <a:p>
            <a:r>
              <a:t>目前员工规模约 7385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云计算 行业的投资机会，并对 创亿网络有限公司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医疗科技 行业的投资机会，并对 雨林木风计算机网络有限公司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