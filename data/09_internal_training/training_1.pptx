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根据内部财务模型测算，昊嘉网络有限公司 在未来三年</a:t>
            </a:r>
          </a:p>
          <a:p>
            <a:r>
              <a:t>收入复合增长率预计可达到 19%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天益信息有限公司 主要位于产业链的 下游 环节。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云计算 行业的投资机会，并对 易动力科技有限公司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艾提科信科技有限公司 主要位于产业链的 上游 环节。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和泰传媒有限公司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九方网络有限公司 是中国 新能源 行业的重要企业之一。</a:t>
            </a:r>
          </a:p>
          <a:p>
            <a:r>
              <a:t>根据华辰资本 风险管理部 的研究，该公司成立于 2009 年，</a:t>
            </a:r>
          </a:p>
          <a:p>
            <a:r>
              <a:t>目前员工规模约 7967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易动力科技有限公司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根据内部财务模型测算，富罳信息有限公司 在未来三年</a:t>
            </a:r>
          </a:p>
          <a:p>
            <a:r>
              <a:t>收入复合增长率预计可达到 19%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东方峻景传媒有限公司 是中国 新能源 行业的重要企业之一。</a:t>
            </a:r>
          </a:p>
          <a:p>
            <a:r>
              <a:t>根据华辰资本 资产配置委员会 的研究，该公司成立于 2013 年，</a:t>
            </a:r>
          </a:p>
          <a:p>
            <a:r>
              <a:t>目前员工规模约 6208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精芯科技有限公司 主要位于产业链的 下游 环节。</a:t>
            </a:r>
          </a:p>
          <a:p/>
          <a:p/>
          <a:p>
            <a:r>
              <a:t>精芯信息有限公司 是中国 消费科技 行业的重要企业之一。</a:t>
            </a:r>
          </a:p>
          <a:p>
            <a:r>
              <a:t>根据华辰资本 资产配置委员会 的研究，该公司成立于 2010 年，</a:t>
            </a:r>
          </a:p>
          <a:p>
            <a:r>
              <a:t>目前员工规模约 6207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半导体 行业的投资机会，并对 鸿睿思博信息有限公司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根据内部财务模型测算，创亿网络有限公司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浦华众城信息有限公司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迪摩科技有限公司 主要位于产业链的 中游 环节。</a:t>
            </a:r>
          </a:p>
          <a:p/>
          <a:p/>
          <a:p>
            <a:r>
              <a:t>信诚致远传媒有限公司 是中国 人工智能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5674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精芯科技有限公司 是中国 云计算 行业的重要企业之一。</a:t>
            </a:r>
          </a:p>
          <a:p>
            <a:r>
              <a:t>根据华辰资本 投资委员会 的研究，该公司成立于 2005 年，</a:t>
            </a:r>
          </a:p>
          <a:p>
            <a:r>
              <a:t>目前员工规模约 3520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人工智能 行业的投资机会，并对 雨林木风计算机科技有限公司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新宇龙信息传媒有限公司 主要位于产业链的 上游 环节。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万迅电脑网络有限公司 是中国 半导体 行业的重要企业之一。</a:t>
            </a:r>
          </a:p>
          <a:p>
            <a:r>
              <a:t>根据华辰资本 投资策略部 的研究，该公司成立于 2019 年，</a:t>
            </a:r>
          </a:p>
          <a:p>
            <a:r>
              <a:t>目前员工规模约 7385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艾提科信科技有限公司 主要位于产业链的 上游 环节。</a:t>
            </a:r>
          </a:p>
          <a:p/>
          <a:p/>
          <a:p>
            <a:r>
              <a:t>根据内部财务模型测算，创联世纪科技有限公司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立信电子网络有限公司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根据内部财务模型测算，万迅电脑网络有限公司 在未来三年</a:t>
            </a:r>
          </a:p>
          <a:p>
            <a:r>
              <a:t>收入复合增长率预计可达到 26%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新宇龙信息传媒有限公司 是中国 机器人 行业的重要企业之一。</a:t>
            </a:r>
          </a:p>
          <a:p>
            <a:r>
              <a:t>根据华辰资本 投资策略部 的研究，该公司成立于 2018 年，</a:t>
            </a:r>
          </a:p>
          <a:p>
            <a:r>
              <a:t>目前员工规模约 6070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消费科技 行业的投资机会，并对 昂歌信息科技有限公司</a:t>
            </a:r>
          </a:p>
          <a:p>
            <a:r>
              <a:t>进行了重点评估。</a:t>
            </a:r>
          </a:p>
          <a:p/>
          <a:p/>
          <a:p>
            <a:r>
              <a:t>万迅电脑网络有限公司 是中国 半导体 行业的重要企业之一。</a:t>
            </a:r>
          </a:p>
          <a:p>
            <a:r>
              <a:t>根据华辰资本 投资策略部 的研究，该公司成立于 2019 年，</a:t>
            </a:r>
          </a:p>
          <a:p>
            <a:r>
              <a:t>目前员工规模约 7385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创亿网络有限公司 主要位于产业链的 上游 环节。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