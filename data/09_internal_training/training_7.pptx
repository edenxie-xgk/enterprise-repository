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Alpha Growth Fund 在最近的资产配置会议中</a:t>
            </a:r>
          </a:p>
          <a:p>
            <a:r>
              <a:t>讨论了 云计算 行业的投资机会，并对 浦华众城信息有限公司</a:t>
            </a:r>
          </a:p>
          <a:p>
            <a:r>
              <a:t>进行了重点评估。</a:t>
            </a:r>
          </a:p>
          <a:p/>
          <a:p/>
          <a:p>
            <a:r>
              <a:t>华辰资本旗下的 HC Global Macro Fund 在最近的资产配置会议中</a:t>
            </a:r>
          </a:p>
          <a:p>
            <a:r>
              <a:t>讨论了 云计算 行业的投资机会，并对 天益信息有限公司</a:t>
            </a:r>
          </a:p>
          <a:p>
            <a:r>
              <a:t>进行了重点评估。</a:t>
            </a:r>
          </a:p>
          <a:p/>
          <a:p/>
          <a:p>
            <a:r>
              <a:t>鸿睿思博信息有限公司 是中国 半导体 行业的重要企业之一。</a:t>
            </a:r>
          </a:p>
          <a:p>
            <a:r>
              <a:t>根据华辰资本 投资委员会 的研究，该公司成立于 2015 年，</a:t>
            </a:r>
          </a:p>
          <a:p>
            <a:r>
              <a:t>目前员工规模约 1207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风险管理部认为，医疗科技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从产业链角度看，医疗科技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雨林木风计算机网络有限公司 主要位于产业链的 中游 环节。</a:t>
            </a:r>
          </a:p>
          <a:p/>
          <a:p/>
          <a:p>
            <a:r>
              <a:t>和泰科技有限公司 是中国 人工智能 行业的重要企业之一。</a:t>
            </a:r>
          </a:p>
          <a:p>
            <a:r>
              <a:t>根据华辰资本 资产配置委员会 的研究，该公司成立于 2008 年，</a:t>
            </a:r>
          </a:p>
          <a:p>
            <a:r>
              <a:t>目前员工规模约 6443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根据内部财务模型测算，凌云网络有限公司 在未来三年</a:t>
            </a:r>
          </a:p>
          <a:p>
            <a:r>
              <a:t>收入复合增长率预计可达到 35%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华辰资本旗下的 HC Quant Arbitrage Fund 在最近的资产配置会议中</a:t>
            </a:r>
          </a:p>
          <a:p>
            <a:r>
              <a:t>讨论了 云计算 行业的投资机会，并对 国讯网络有限公司</a:t>
            </a:r>
          </a:p>
          <a:p>
            <a:r>
              <a:t>进行了重点评估。</a:t>
            </a:r>
          </a:p>
          <a:p/>
          <a:p/>
          <a:p>
            <a:r>
              <a:t>从产业链角度看，新能源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昊嘉网络有限公司 主要位于产业链的 上游 环节。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从产业链角度看，半导体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万迅电脑网络有限公司 主要位于产业链的 中游 环节。</a:t>
            </a:r>
          </a:p>
          <a:p/>
          <a:p/>
          <a:p>
            <a:r>
              <a:t>精芯信息有限公司 是中国 消费科技 行业的重要企业之一。</a:t>
            </a:r>
          </a:p>
          <a:p>
            <a:r>
              <a:t>根据华辰资本 风险管理部 的研究，该公司成立于 2010 年，</a:t>
            </a:r>
          </a:p>
          <a:p>
            <a:r>
              <a:t>目前员工规模约 6207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根据内部财务模型测算，和泰科技有限公司 在未来三年</a:t>
            </a:r>
          </a:p>
          <a:p>
            <a:r>
              <a:t>收入复合增长率预计可达到 31%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风险管理部认为，半导体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风险管理部认为，医疗科技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华辰资本旗下的 HC Alpha Growth Fund 在最近的资产配置会议中</a:t>
            </a:r>
          </a:p>
          <a:p>
            <a:r>
              <a:t>讨论了 云计算 行业的投资机会，并对 易动力科技有限公司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AI Innovation Fund 在最近的资产配置会议中</a:t>
            </a:r>
          </a:p>
          <a:p>
            <a:r>
              <a:t>讨论了 半导体 行业的投资机会，并对 天益科技有限公司</a:t>
            </a:r>
          </a:p>
          <a:p>
            <a:r>
              <a:t>进行了重点评估。</a:t>
            </a:r>
          </a:p>
          <a:p/>
          <a:p/>
          <a:p>
            <a:r>
              <a:t>根据内部财务模型测算，济南亿次元网络有限公司 在未来三年</a:t>
            </a:r>
          </a:p>
          <a:p>
            <a:r>
              <a:t>收入复合增长率预计可达到 18%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风险管理部认为，半导体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AI Innovation Fund 在最近的资产配置会议中</a:t>
            </a:r>
          </a:p>
          <a:p>
            <a:r>
              <a:t>讨论了 新能源 行业的投资机会，并对 九方网络有限公司</a:t>
            </a:r>
          </a:p>
          <a:p>
            <a:r>
              <a:t>进行了重点评估。</a:t>
            </a:r>
          </a:p>
          <a:p/>
          <a:p/>
          <a:p>
            <a:r>
              <a:t>华辰资本旗下的 HC Global Macro Fund 在最近的资产配置会议中</a:t>
            </a:r>
          </a:p>
          <a:p>
            <a:r>
              <a:t>讨论了 新能源 行业的投资机会，并对 鸿睿思博网络有限公司</a:t>
            </a:r>
          </a:p>
          <a:p>
            <a:r>
              <a:t>进行了重点评估。</a:t>
            </a:r>
          </a:p>
          <a:p/>
          <a:p/>
          <a:p>
            <a:r>
              <a:t>风险管理部认为，人工智能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风险管理部认为，半导体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风险管理部认为，机器人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风险管理部认为，新能源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从产业链角度看，新能源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东方峻景传媒有限公司 主要位于产业链的 下游 环节。</a:t>
            </a:r>
          </a:p>
          <a:p/>
          <a:p/>
          <a:p>
            <a:r>
              <a:t>从产业链角度看，云计算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易动力科技有限公司 主要位于产业链的 中游 环节。</a:t>
            </a:r>
          </a:p>
          <a:p/>
          <a:p/>
          <a:p>
            <a:r>
              <a:t>从产业链角度看，新能源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昊嘉网络有限公司 主要位于产业链的 下游 环节。</a:t>
            </a:r>
          </a:p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快讯网络有限公司 是中国 新能源 行业的重要企业之一。</a:t>
            </a:r>
          </a:p>
          <a:p>
            <a:r>
              <a:t>根据华辰资本 风险管理部 的研究，该公司成立于 2016 年，</a:t>
            </a:r>
          </a:p>
          <a:p>
            <a:r>
              <a:t>目前员工规模约 3433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根据内部财务模型测算，天益科技有限公司 在未来三年</a:t>
            </a:r>
          </a:p>
          <a:p>
            <a:r>
              <a:t>收入复合增长率预计可达到 13%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华辰资本旗下的 HC Global Macro Fund 在最近的资产配置会议中</a:t>
            </a:r>
          </a:p>
          <a:p>
            <a:r>
              <a:t>讨论了 医疗科技 行业的投资机会，并对 富罳信息有限公司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银嘉信息有限公司 是中国 消费科技 行业的重要企业之一。</a:t>
            </a:r>
          </a:p>
          <a:p>
            <a:r>
              <a:t>根据华辰资本 风险管理部 的研究，该公司成立于 2020 年，</a:t>
            </a:r>
          </a:p>
          <a:p>
            <a:r>
              <a:t>目前员工规模约 2026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风险管理部认为，云计算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风险管理部认为，新能源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根据内部财务模型测算，凌云网络有限公司 在未来三年</a:t>
            </a:r>
          </a:p>
          <a:p>
            <a:r>
              <a:t>收入复合增长率预计可达到 12%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华辰资本旗下的 HC Global Macro Fund 在最近的资产配置会议中</a:t>
            </a:r>
          </a:p>
          <a:p>
            <a:r>
              <a:t>讨论了 半导体 行业的投资机会，并对 天益科技有限公司</a:t>
            </a:r>
          </a:p>
          <a:p>
            <a:r>
              <a:t>进行了重点评估。</a:t>
            </a:r>
          </a:p>
          <a:p/>
          <a:p/>
          <a:p>
            <a:r>
              <a:t>华辰资本旗下的 HC Global Macro Fund 在最近的资产配置会议中</a:t>
            </a:r>
          </a:p>
          <a:p>
            <a:r>
              <a:t>讨论了 医疗科技 行业的投资机会，并对 雨林木风计算机网络有限公司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Alpha Growth Fund 在最近的资产配置会议中</a:t>
            </a:r>
          </a:p>
          <a:p>
            <a:r>
              <a:t>讨论了 消费科技 行业的投资机会，并对 精芯信息有限公司</a:t>
            </a:r>
          </a:p>
          <a:p>
            <a:r>
              <a:t>进行了重点评估。</a:t>
            </a:r>
          </a:p>
          <a:p/>
          <a:p/>
          <a:p>
            <a:r>
              <a:t>从产业链角度看，新能源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飞利信科技有限公司 主要位于产业链的 中游 环节。</a:t>
            </a:r>
          </a:p>
          <a:p/>
          <a:p/>
          <a:p>
            <a:r>
              <a:t>华辰资本旗下的 HC Quant Arbitrage Fund 在最近的资产配置会议中</a:t>
            </a:r>
          </a:p>
          <a:p>
            <a:r>
              <a:t>讨论了 机器人 行业的投资机会，并对 艾提科信科技有限公司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佳禾科技有限公司 是中国 半导体 行业的重要企业之一。</a:t>
            </a:r>
          </a:p>
          <a:p>
            <a:r>
              <a:t>根据华辰资本 风险管理部 的研究，该公司成立于 2015 年，</a:t>
            </a:r>
          </a:p>
          <a:p>
            <a:r>
              <a:t>目前员工规模约 3623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风险管理部认为，半导体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风险管理部认为，消费科技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从产业链角度看，半导体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鸿睿思博信息有限公司 主要位于产业链的 中游 环节。</a:t>
            </a:r>
          </a:p>
          <a:p/>
          <a:p/>
          <a:p>
            <a:r>
              <a:t>风险管理部认为，云计算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从产业链角度看，半导体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华远软件信息有限公司 主要位于产业链的 上游 环节。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