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AI Innovation Fund 在最近的资产配置会议中</a:t>
            </a:r>
          </a:p>
          <a:p>
            <a:r>
              <a:t>讨论了 人工智能 行业的投资机会，并对 迪摩科技有限公司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万迅电脑网络有限公司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Alpha Growth Fund 在最近的资产配置会议中</a:t>
            </a:r>
          </a:p>
          <a:p>
            <a:r>
              <a:t>讨论了 机器人 行业的投资机会，并对 新宇龙信息传媒有限公司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新能源 行业的投资机会，并对 昊嘉网络有限公司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根据内部财务模型测算，东方峻景网络有限公司 在未来三年</a:t>
            </a:r>
          </a:p>
          <a:p>
            <a:r>
              <a:t>收入复合增长率预计可达到 33%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根据内部财务模型测算，雨林木风计算机科技有限公司 在未来三年</a:t>
            </a:r>
          </a:p>
          <a:p>
            <a:r>
              <a:t>收入复合增长率预计可达到 29%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根据内部财务模型测算，九方信息有限公司 在未来三年</a:t>
            </a:r>
          </a:p>
          <a:p>
            <a:r>
              <a:t>收入复合增长率预计可达到 19%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Energy Transition Fund 在最近的资产配置会议中</a:t>
            </a:r>
          </a:p>
          <a:p>
            <a:r>
              <a:t>讨论了 新能源 行业的投资机会，并对 鸿睿思博网络有限公司</a:t>
            </a:r>
          </a:p>
          <a:p>
            <a:r>
              <a:t>进行了重点评估。</a:t>
            </a:r>
          </a:p>
          <a:p/>
          <a:p/>
          <a:p>
            <a:r>
              <a:t>浦华众城信息有限公司 是中国 云计算 行业的重要企业之一。</a:t>
            </a:r>
          </a:p>
          <a:p>
            <a:r>
              <a:t>根据华辰资本 投资策略部 的研究，该公司成立于 2015 年，</a:t>
            </a:r>
          </a:p>
          <a:p>
            <a:r>
              <a:t>目前员工规模约 2962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根据内部财务模型测算，雨林木风计算机科技有限公司 在未来三年</a:t>
            </a:r>
          </a:p>
          <a:p>
            <a:r>
              <a:t>收入复合增长率预计可达到 17%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Alpha Growth Fund 在最近的资产配置会议中</a:t>
            </a:r>
          </a:p>
          <a:p>
            <a:r>
              <a:t>讨论了 云计算 行业的投资机会，并对 易动力科技有限公司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根据内部财务模型测算，飞利信科技有限公司 在未来三年</a:t>
            </a:r>
          </a:p>
          <a:p>
            <a:r>
              <a:t>收入复合增长率预计可达到 34%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济南亿次元网络有限公司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浦华众城科技有限公司 主要位于产业链的 上游 环节。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机器人 行业的投资机会，并对 新宇龙信息传媒有限公司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Energy Transition Fund 在最近的资产配置会议中</a:t>
            </a:r>
          </a:p>
          <a:p>
            <a:r>
              <a:t>讨论了 云计算 行业的投资机会，并对 立信电子网络有限公司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云计算 行业的投资机会，并对 易动力科技有限公司</a:t>
            </a:r>
          </a:p>
          <a:p>
            <a:r>
              <a:t>进行了重点评估。</a:t>
            </a:r>
          </a:p>
          <a:p/>
          <a:p/>
          <a:p>
            <a:r>
              <a:t>九方信息有限公司 是中国 新能源 行业的重要企业之一。</a:t>
            </a:r>
          </a:p>
          <a:p>
            <a:r>
              <a:t>根据华辰资本 风险管理部 的研究，该公司成立于 2011 年，</a:t>
            </a:r>
          </a:p>
          <a:p>
            <a:r>
              <a:t>目前员工规模约 6198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Alpha Growth Fund 在最近的资产配置会议中</a:t>
            </a:r>
          </a:p>
          <a:p>
            <a:r>
              <a:t>讨论了 人工智能 行业的投资机会，并对 信诚致远传媒有限公司</a:t>
            </a:r>
          </a:p>
          <a:p>
            <a:r>
              <a:t>进行了重点评估。</a:t>
            </a:r>
          </a:p>
          <a:p/>
          <a:p/>
          <a:p>
            <a:r>
              <a:t>浦华众城科技有限公司 是中国 半导体 行业的重要企业之一。</a:t>
            </a:r>
          </a:p>
          <a:p>
            <a:r>
              <a:t>根据华辰资本 量化研究部 的研究，该公司成立于 2015 年，</a:t>
            </a:r>
          </a:p>
          <a:p>
            <a:r>
              <a:t>目前员工规模约 273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根据内部财务模型测算，雨林木风计算机网络有限公司 在未来三年</a:t>
            </a:r>
          </a:p>
          <a:p>
            <a:r>
              <a:t>收入复合增长率预计可达到 35%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根据内部财务模型测算，国讯网络有限公司 在未来三年</a:t>
            </a:r>
          </a:p>
          <a:p>
            <a:r>
              <a:t>收入复合增长率预计可达到 21%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Alpha Growth Fund 在最近的资产配置会议中</a:t>
            </a:r>
          </a:p>
          <a:p>
            <a:r>
              <a:t>讨论了 云计算 行业的投资机会，并对 精芯科技有限公司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根据内部财务模型测算，和泰科技有限公司 在未来三年</a:t>
            </a:r>
          </a:p>
          <a:p>
            <a:r>
              <a:t>收入复合增长率预计可达到 33%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雨林木风计算机网络有限公司 是中国 医疗科技 行业的重要企业之一。</a:t>
            </a:r>
          </a:p>
          <a:p>
            <a:r>
              <a:t>根据华辰资本 投资策略部 的研究，该公司成立于 2012 年，</a:t>
            </a:r>
          </a:p>
          <a:p>
            <a:r>
              <a:t>目前员工规模约 1948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和泰科技有限公司 是中国 人工智能 行业的重要企业之一。</a:t>
            </a:r>
          </a:p>
          <a:p>
            <a:r>
              <a:t>根据华辰资本 风险管理部 的研究，该公司成立于 2008 年，</a:t>
            </a:r>
          </a:p>
          <a:p>
            <a:r>
              <a:t>目前员工规模约 6443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快讯网络有限公司 是中国 新能源 行业的重要企业之一。</a:t>
            </a:r>
          </a:p>
          <a:p>
            <a:r>
              <a:t>根据华辰资本 资产配置委员会 的研究，该公司成立于 2016 年，</a:t>
            </a:r>
          </a:p>
          <a:p>
            <a:r>
              <a:t>目前员工规模约 3433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创亿信息有限公司 是中国 医疗科技 行业的重要企业之一。</a:t>
            </a:r>
          </a:p>
          <a:p>
            <a:r>
              <a:t>根据华辰资本 投资策略部 的研究，该公司成立于 2007 年，</a:t>
            </a:r>
          </a:p>
          <a:p>
            <a:r>
              <a:t>目前员工规模约 7601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昊嘉网络有限公司 主要位于产业链的 下游 环节。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机器人 行业的投资机会，并对 新宇龙信息传媒有限公司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雨林木风计算机科技有限公司 主要位于产业链的 中游 环节。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云计算 行业的投资机会，并对 精芯科技有限公司</a:t>
            </a:r>
          </a:p>
          <a:p>
            <a:r>
              <a:t>进行了重点评估。</a:t>
            </a:r>
          </a:p>
          <a:p/>
          <a:p/>
          <a:p>
            <a:r>
              <a:t>东方峻景传媒有限公司 是中国 新能源 行业的重要企业之一。</a:t>
            </a:r>
          </a:p>
          <a:p>
            <a:r>
              <a:t>根据华辰资本 资产配置委员会 的研究，该公司成立于 2013 年，</a:t>
            </a:r>
          </a:p>
          <a:p>
            <a:r>
              <a:t>目前员工规模约 6208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和泰科技有限公司 主要位于产业链的 上游 环节。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和泰传媒有限公司 主要位于产业链的 上游 环节。</a:t>
            </a:r>
          </a:p>
          <a:p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