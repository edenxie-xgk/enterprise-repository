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风险管理部认为，机器人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佳禾科技有限公司 是中国 半导体 行业的重要企业之一。</a:t>
            </a:r>
          </a:p>
          <a:p>
            <a:r>
              <a:t>根据华辰资本 风险管理部 的研究，该公司成立于 2015 年，</a:t>
            </a:r>
          </a:p>
          <a:p>
            <a:r>
              <a:t>目前员工规模约 3623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精芯科技有限公司 是中国 云计算 行业的重要企业之一。</a:t>
            </a:r>
          </a:p>
          <a:p>
            <a:r>
              <a:t>根据华辰资本 量化研究部 的研究，该公司成立于 2005 年，</a:t>
            </a:r>
          </a:p>
          <a:p>
            <a:r>
              <a:t>目前员工规模约 3520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云计算 行业的投资机会，并对 天益信息有限公司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南康网络有限公司 主要位于产业链的 下游 环节。</a:t>
            </a:r>
          </a:p>
          <a:p/>
          <a:p/>
          <a:p>
            <a:r>
              <a:t>创亿信息有限公司 是中国 医疗科技 行业的重要企业之一。</a:t>
            </a:r>
          </a:p>
          <a:p>
            <a:r>
              <a:t>根据华辰资本 投资策略部 的研究，该公司成立于 2007 年，</a:t>
            </a:r>
          </a:p>
          <a:p>
            <a:r>
              <a:t>目前员工规模约 7601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根据内部财务模型测算，南康网络有限公司 在未来三年</a:t>
            </a:r>
          </a:p>
          <a:p>
            <a:r>
              <a:t>收入复合增长率预计可达到 10%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东方峻景传媒有限公司 主要位于产业链的 下游 环节。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消费科技 行业的投资机会，并对 昂歌信息科技有限公司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富罳信息有限公司 是中国 医疗科技 行业的重要企业之一。</a:t>
            </a:r>
          </a:p>
          <a:p>
            <a:r>
              <a:t>根据华辰资本 量化研究部 的研究，该公司成立于 2018 年，</a:t>
            </a:r>
          </a:p>
          <a:p>
            <a:r>
              <a:t>目前员工规模约 2035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根据内部财务模型测算，东方峻景传媒有限公司 在未来三年</a:t>
            </a:r>
          </a:p>
          <a:p>
            <a:r>
              <a:t>收入复合增长率预计可达到 29%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根据内部财务模型测算，天益科技有限公司 在未来三年</a:t>
            </a:r>
          </a:p>
          <a:p>
            <a:r>
              <a:t>收入复合增长率预计可达到 16%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消费科技 行业的投资机会，并对 精芯信息有限公司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新能源 行业的投资机会，并对 九方网络有限公司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消费科技 行业的投资机会，并对 南康网络有限公司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医疗科技 行业的投资机会，并对 凌云网络有限公司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根据内部财务模型测算，快讯网络有限公司 在未来三年</a:t>
            </a:r>
          </a:p>
          <a:p>
            <a:r>
              <a:t>收入复合增长率预计可达到 30%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根据内部财务模型测算，九方网络有限公司 在未来三年</a:t>
            </a:r>
          </a:p>
          <a:p>
            <a:r>
              <a:t>收入复合增长率预计可达到 29%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根据内部财务模型测算，创亿信息有限公司 在未来三年</a:t>
            </a:r>
          </a:p>
          <a:p>
            <a:r>
              <a:t>收入复合增长率预计可达到 30%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根据内部财务模型测算，华远软件信息有限公司 在未来三年</a:t>
            </a:r>
          </a:p>
          <a:p>
            <a:r>
              <a:t>收入复合增长率预计可达到 16%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风险管理部认为，机器人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云计算 行业的投资机会，并对 浦华众城信息有限公司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医疗科技 行业的投资机会，并对 创联世纪科技有限公司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昊嘉网络有限公司 是中国 新能源 行业的重要企业之一。</a:t>
            </a:r>
          </a:p>
          <a:p>
            <a:r>
              <a:t>根据华辰资本 投资策略部 的研究，该公司成立于 2016 年，</a:t>
            </a:r>
          </a:p>
          <a:p>
            <a:r>
              <a:t>目前员工规模约 4510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昊嘉网络有限公司 是中国 新能源 行业的重要企业之一。</a:t>
            </a:r>
          </a:p>
          <a:p>
            <a:r>
              <a:t>根据华辰资本 投资策略部 的研究，该公司成立于 2016 年，</a:t>
            </a:r>
          </a:p>
          <a:p>
            <a:r>
              <a:t>目前员工规模约 4510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东方峻景网络有限公司 主要位于产业链的 下游 环节。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根据内部财务模型测算，万迅电脑网络有限公司 在未来三年</a:t>
            </a:r>
          </a:p>
          <a:p>
            <a:r>
              <a:t>收入复合增长率预计可达到 16%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新能源 行业的投资机会，并对 昊嘉网络有限公司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万迅电脑网络有限公司 主要位于产业链的 下游 环节。</a:t>
            </a:r>
          </a:p>
          <a:p/>
          <a:p/>
          <a:p>
            <a:r>
              <a:t>创亿信息有限公司 是中国 医疗科技 行业的重要企业之一。</a:t>
            </a:r>
          </a:p>
          <a:p>
            <a:r>
              <a:t>根据华辰资本 投资委员会 的研究，该公司成立于 2007 年，</a:t>
            </a:r>
          </a:p>
          <a:p>
            <a:r>
              <a:t>目前员工规模约 7601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创联世纪科技有限公司 是中国 医疗科技 行业的重要企业之一。</a:t>
            </a:r>
          </a:p>
          <a:p>
            <a:r>
              <a:t>根据华辰资本 投资委员会 的研究，该公司成立于 2008 年，</a:t>
            </a:r>
          </a:p>
          <a:p>
            <a:r>
              <a:t>目前员工规模约 3688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飞利信科技有限公司 主要位于产业链的 上游 环节。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创汇传媒有限公司 主要位于产业链的 下游 环节。</a:t>
            </a:r>
          </a:p>
          <a:p/>
          <a:p/>
          <a:p>
            <a:r>
              <a:t>创亿网络有限公司 是中国 云计算 行业的重要企业之一。</a:t>
            </a:r>
          </a:p>
          <a:p>
            <a:r>
              <a:t>根据华辰资本 风险管理部 的研究，该公司成立于 2010 年，</a:t>
            </a:r>
          </a:p>
          <a:p>
            <a:r>
              <a:t>目前员工规模约 4041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云计算 行业的投资机会，并对 精芯科技有限公司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AI Innovation Fund 在最近的资产配置会议中</a:t>
            </a:r>
          </a:p>
          <a:p>
            <a:r>
              <a:t>讨论了 新能源 行业的投资机会，并对 九方信息有限公司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风险管理部认为，机器人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凌云网络有限公司 主要位于产业链的 下游 环节。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