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南康网络有限公司 是中国 消费科技 行业的重要企业之一。</a:t>
            </a:r>
          </a:p>
          <a:p>
            <a:r>
              <a:t>根据华辰资本 投资策略部 的研究，该公司成立于 2012 年，</a:t>
            </a:r>
          </a:p>
          <a:p>
            <a:r>
              <a:t>目前员工规模约 4254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根据内部财务模型测算，迪摩科技有限公司 在未来三年</a:t>
            </a:r>
          </a:p>
          <a:p>
            <a:r>
              <a:t>收入复合增长率预计可达到 31%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根据内部财务模型测算，东方峻景传媒有限公司 在未来三年</a:t>
            </a:r>
          </a:p>
          <a:p>
            <a:r>
              <a:t>收入复合增长率预计可达到 33%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消费科技 行业的投资机会，并对 昂歌信息科技有限公司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万迅电脑网络有限公司 主要位于产业链的 上游 环节。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创联世纪科技有限公司 是中国 医疗科技 行业的重要企业之一。</a:t>
            </a:r>
          </a:p>
          <a:p>
            <a:r>
              <a:t>根据华辰资本 资产配置委员会 的研究，该公司成立于 2008 年，</a:t>
            </a:r>
          </a:p>
          <a:p>
            <a:r>
              <a:t>目前员工规模约 3688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根据内部财务模型测算，昂歌信息科技有限公司 在未来三年</a:t>
            </a:r>
          </a:p>
          <a:p>
            <a:r>
              <a:t>收入复合增长率预计可达到 18%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根据内部财务模型测算，昂歌信息科技有限公司 在未来三年</a:t>
            </a:r>
          </a:p>
          <a:p>
            <a:r>
              <a:t>收入复合增长率预计可达到 18%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华远软件信息有限公司 主要位于产业链的 下游 环节。</a:t>
            </a:r>
          </a:p>
          <a:p/>
          <a:p/>
          <a:p>
            <a:r>
              <a:t>华辰资本旗下的 HC Quant Arbitrage Fund 在最近的资产配置会议中</a:t>
            </a:r>
          </a:p>
          <a:p>
            <a:r>
              <a:t>讨论了 医疗科技 行业的投资机会，并对 雨林木风计算机网络有限公司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根据内部财务模型测算，飞利信科技有限公司 在未来三年</a:t>
            </a:r>
          </a:p>
          <a:p>
            <a:r>
              <a:t>收入复合增长率预计可达到 10%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新能源 行业的投资机会，并对 东方峻景传媒有限公司</a:t>
            </a:r>
          </a:p>
          <a:p>
            <a:r>
              <a:t>进行了重点评估。</a:t>
            </a:r>
          </a:p>
          <a:p/>
          <a:p/>
          <a:p>
            <a:r>
              <a:t>风险管理部认为，消费科技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Alpha Growth Fund 在最近的资产配置会议中</a:t>
            </a:r>
          </a:p>
          <a:p>
            <a:r>
              <a:t>讨论了 新能源 行业的投资机会，并对 飞利信科技有限公司</a:t>
            </a:r>
          </a:p>
          <a:p>
            <a:r>
              <a:t>进行了重点评估。</a:t>
            </a:r>
          </a:p>
          <a:p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风险管理部认为，机器人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迪摩科技有限公司 是中国 人工智能 行业的重要企业之一。</a:t>
            </a:r>
          </a:p>
          <a:p>
            <a:r>
              <a:t>根据华辰资本 资产配置委员会 的研究，该公司成立于 2017 年，</a:t>
            </a:r>
          </a:p>
          <a:p>
            <a:r>
              <a:t>目前员工规模约 7554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信诚致远传媒有限公司 是中国 人工智能 行业的重要企业之一。</a:t>
            </a:r>
          </a:p>
          <a:p>
            <a:r>
              <a:t>根据华辰资本 投资策略部 的研究，该公司成立于 2015 年，</a:t>
            </a:r>
          </a:p>
          <a:p>
            <a:r>
              <a:t>目前员工规模约 5674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风险管理部认为，医疗科技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根据内部财务模型测算，浦华众城科技有限公司 在未来三年</a:t>
            </a:r>
          </a:p>
          <a:p>
            <a:r>
              <a:t>收入复合增长率预计可达到 23%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国讯网络有限公司 是中国 云计算 行业的重要企业之一。</a:t>
            </a:r>
          </a:p>
          <a:p>
            <a:r>
              <a:t>根据华辰资本 资产配置委员会 的研究，该公司成立于 2016 年，</a:t>
            </a:r>
          </a:p>
          <a:p>
            <a:r>
              <a:t>目前员工规模约 6348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根据内部财务模型测算，南康网络有限公司 在未来三年</a:t>
            </a:r>
          </a:p>
          <a:p>
            <a:r>
              <a:t>收入复合增长率预计可达到 14%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东方峻景网络有限公司 是中国 机器人 行业的重要企业之一。</a:t>
            </a:r>
          </a:p>
          <a:p>
            <a:r>
              <a:t>根据华辰资本 量化研究部 的研究，该公司成立于 2020 年，</a:t>
            </a:r>
          </a:p>
          <a:p>
            <a:r>
              <a:t>目前员工规模约 7859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九方信息有限公司 主要位于产业链的 中游 环节。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创联世纪科技有限公司 是中国 医疗科技 行业的重要企业之一。</a:t>
            </a:r>
          </a:p>
          <a:p>
            <a:r>
              <a:t>根据华辰资本 投资委员会 的研究，该公司成立于 2008 年，</a:t>
            </a:r>
          </a:p>
          <a:p>
            <a:r>
              <a:t>目前员工规模约 3688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根据内部财务模型测算，精芯信息有限公司 在未来三年</a:t>
            </a:r>
          </a:p>
          <a:p>
            <a:r>
              <a:t>收入复合增长率预计可达到 14%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根据内部财务模型测算，东方峻景网络有限公司 在未来三年</a:t>
            </a:r>
          </a:p>
          <a:p>
            <a:r>
              <a:t>收入复合增长率预计可达到 25%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飞利信科技有限公司 是中国 新能源 行业的重要企业之一。</a:t>
            </a:r>
          </a:p>
          <a:p>
            <a:r>
              <a:t>根据华辰资本 投资策略部 的研究，该公司成立于 2005 年，</a:t>
            </a:r>
          </a:p>
          <a:p>
            <a:r>
              <a:t>目前员工规模约 4433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根据内部财务模型测算，信诚致远传媒有限公司 在未来三年</a:t>
            </a:r>
          </a:p>
          <a:p>
            <a:r>
              <a:t>收入复合增长率预计可达到 18%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昊嘉网络有限公司 主要位于产业链的 中游 环节。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天益科技有限公司 是中国 半导体 行业的重要企业之一。</a:t>
            </a:r>
          </a:p>
          <a:p>
            <a:r>
              <a:t>根据华辰资本 资产配置委员会 的研究，该公司成立于 2013 年，</a:t>
            </a:r>
          </a:p>
          <a:p>
            <a:r>
              <a:t>目前员工规模约 750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根据内部财务模型测算，天益科技有限公司 在未来三年</a:t>
            </a:r>
          </a:p>
          <a:p>
            <a:r>
              <a:t>收入复合增长率预计可达到 13%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迪摩科技有限公司 是中国 人工智能 行业的重要企业之一。</a:t>
            </a:r>
          </a:p>
          <a:p>
            <a:r>
              <a:t>根据华辰资本 资产配置委员会 的研究，该公司成立于 2017 年，</a:t>
            </a:r>
          </a:p>
          <a:p>
            <a:r>
              <a:t>目前员工规模约 7554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消费科技 行业的投资机会，并对 银嘉信息有限公司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精芯科技有限公司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根据内部财务模型测算，佳禾科技有限公司 在未来三年</a:t>
            </a:r>
          </a:p>
          <a:p>
            <a:r>
              <a:t>收入复合增长率预计可达到 16%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立信电子网络有限公司 主要位于产业链的 上游 环节。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根据内部财务模型测算，富罳信息有限公司 在未来三年</a:t>
            </a:r>
          </a:p>
          <a:p>
            <a:r>
              <a:t>收入复合增长率预计可达到 24%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云计算 行业的投资机会，并对 创亿网络有限公司</a:t>
            </a:r>
          </a:p>
          <a:p>
            <a:r>
              <a:t>进行了重点评估。</a:t>
            </a:r>
          </a:p>
          <a:p/>
          <a:p/>
          <a:p>
            <a:r>
              <a:t>鸿睿思博信息有限公司 是中国 半导体 行业的重要企业之一。</a:t>
            </a:r>
          </a:p>
          <a:p>
            <a:r>
              <a:t>根据华辰资本 量化研究部 的研究，该公司成立于 2015 年，</a:t>
            </a:r>
          </a:p>
          <a:p>
            <a:r>
              <a:t>目前员工规模约 1207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