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银嘉信息有限公司</a:t>
            </a:r>
          </a:p>
          <a:p>
            <a:r>
              <a:t>进行了重点评估。</a:t>
            </a:r>
          </a:p>
          <a:p/>
          <a:p/>
          <a:p>
            <a:r>
              <a:t>天益信息有限公司 是中国 云计算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6900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昂歌信息科技有限公司 主要位于产业链的 上游 环节。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根据内部财务模型测算，南康网络有限公司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东方峻景网络有限公司 是中国 机器人 行业的重要企业之一。</a:t>
            </a:r>
          </a:p>
          <a:p>
            <a:r>
              <a:t>根据华辰资本 量化研究部 的研究，该公司成立于 2020 年，</a:t>
            </a:r>
          </a:p>
          <a:p>
            <a:r>
              <a:t>目前员工规模约 7859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根据内部财务模型测算，创汇传媒有限公司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九方信息有限公司 是中国 新能源 行业的重要企业之一。</a:t>
            </a:r>
          </a:p>
          <a:p>
            <a:r>
              <a:t>根据华辰资本 资产配置委员会 的研究，该公司成立于 2011 年，</a:t>
            </a:r>
          </a:p>
          <a:p>
            <a:r>
              <a:t>目前员工规模约 6198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兰金电子网络有限公司 主要位于产业链的 上游 环节。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万迅电脑网络有限公司 主要位于产业链的 中游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鸿睿思博信息有限公司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雨林木风计算机科技有限公司 是中国 人工智能 行业的重要企业之一。</a:t>
            </a:r>
          </a:p>
          <a:p>
            <a:r>
              <a:t>根据华辰资本 投资策略部 的研究，该公司成立于 2019 年，</a:t>
            </a:r>
          </a:p>
          <a:p>
            <a:r>
              <a:t>目前员工规模约 1578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消费科技 行业的投资机会，并对 精芯信息有限公司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新能源 行业的投资机会，并对 鸿睿思博网络有限公司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快讯网络有限公司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根据内部财务模型测算，易动力科技有限公司 在未来三年</a:t>
            </a:r>
          </a:p>
          <a:p>
            <a:r>
              <a:t>收入复合增长率预计可达到 14%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和泰传媒有限公司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国讯网络有限公司 是中国 云计算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6348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云计算 行业的投资机会，并对 立信电子网络有限公司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东方峻景传媒有限公司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机器人 行业的投资机会，并对 济南亿次元网络有限公司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根据内部财务模型测算，创亿信息有限公司 在未来三年</a:t>
            </a:r>
          </a:p>
          <a:p>
            <a:r>
              <a:t>收入复合增长率预计可达到 18%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精芯科技有限公司 是中国 云计算 行业的重要企业之一。</a:t>
            </a:r>
          </a:p>
          <a:p>
            <a:r>
              <a:t>根据华辰资本 投资策略部 的研究，该公司成立于 2005 年，</a:t>
            </a:r>
          </a:p>
          <a:p>
            <a:r>
              <a:t>目前员工规模约 3520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风险管理部认为，消费科技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云计算 行业的投资机会，并对 浦华众城信息有限公司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根据内部财务模型测算，天益信息有限公司 在未来三年</a:t>
            </a:r>
          </a:p>
          <a:p>
            <a:r>
              <a:t>收入复合增长率预计可达到 16%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鸿睿思博网络有限公司 主要位于产业链的 中游 环节。</a:t>
            </a:r>
          </a:p>
          <a:p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精芯科技有限公司 主要位于产业链的 上游 环节。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消费科技 行业的投资机会，并对 精芯信息有限公司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创亿信息有限公司 是中国 医疗科技 行业的重要企业之一。</a:t>
            </a:r>
          </a:p>
          <a:p>
            <a:r>
              <a:t>根据华辰资本 资产配置委员会 的研究，该公司成立于 2007 年，</a:t>
            </a:r>
          </a:p>
          <a:p>
            <a:r>
              <a:t>目前员工规模约 7601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Alpha Growth Fund 在最近的资产配置会议中</a:t>
            </a:r>
          </a:p>
          <a:p>
            <a:r>
              <a:t>讨论了 医疗科技 行业的投资机会，并对 雨林木风计算机网络有限公司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根据内部财务模型测算，兰金电子网络有限公司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根据内部财务模型测算，银嘉信息有限公司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国讯网络有限公司 主要位于产业链的 下游 环节。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新能源 行业的投资机会，并对 鸿睿思博网络有限公司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万迅电脑网络有限公司 主要位于产业链的 上游 环节。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飞利信科技有限公司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迪摩科技有限公司 主要位于产业链的 中游 环节。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医疗科技 行业的投资机会，并对 创联世纪科技有限公司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