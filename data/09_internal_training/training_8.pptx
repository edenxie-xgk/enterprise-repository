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根据内部财务模型测算，鸿睿思博信息有限公司 在未来三年</a:t>
            </a:r>
          </a:p>
          <a:p>
            <a:r>
              <a:t>收入复合增长率预计可达到 27%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凌云网络有限公司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济南亿次元网络有限公司 主要位于产业链的 上游 环节。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云计算 行业的投资机会，并对 浦华众城信息有限公司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雨林木风计算机科技有限公司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快讯网络有限公司 是中国 新能源 行业的重要企业之一。</a:t>
            </a:r>
          </a:p>
          <a:p>
            <a:r>
              <a:t>根据华辰资本 风险管理部 的研究，该公司成立于 2016 年，</a:t>
            </a:r>
          </a:p>
          <a:p>
            <a:r>
              <a:t>目前员工规模约 3433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根据内部财务模型测算，精芯信息有限公司 在未来三年</a:t>
            </a:r>
          </a:p>
          <a:p>
            <a:r>
              <a:t>收入复合增长率预计可达到 12%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精芯科技有限公司 是中国 云计算 行业的重要企业之一。</a:t>
            </a:r>
          </a:p>
          <a:p>
            <a:r>
              <a:t>根据华辰资本 投资委员会 的研究，该公司成立于 2005 年，</a:t>
            </a:r>
          </a:p>
          <a:p>
            <a:r>
              <a:t>目前员工规模约 3520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人工智能 行业的投资机会，并对 迪摩科技有限公司</a:t>
            </a:r>
          </a:p>
          <a:p>
            <a:r>
              <a:t>进行了重点评估。</a:t>
            </a:r>
          </a:p>
          <a:p/>
          <a:p/>
          <a:p>
            <a:r>
              <a:t>创亿信息有限公司 是中国 医疗科技 行业的重要企业之一。</a:t>
            </a:r>
          </a:p>
          <a:p>
            <a:r>
              <a:t>根据华辰资本 资产配置委员会 的研究，该公司成立于 2007 年，</a:t>
            </a:r>
          </a:p>
          <a:p>
            <a:r>
              <a:t>目前员工规模约 7601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鸿睿思博网络有限公司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根据内部财务模型测算，富罳信息有限公司 在未来三年</a:t>
            </a:r>
          </a:p>
          <a:p>
            <a:r>
              <a:t>收入复合增长率预计可达到 14%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和泰科技有限公司 主要位于产业链的 上游 环节。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半导体 行业的投资机会，并对 华远软件信息有限公司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凌云网络有限公司 主要位于产业链的 上游 环节。</a:t>
            </a:r>
          </a:p>
          <a:p/>
          <a:p/>
          <a:p>
            <a:r>
              <a:t>华远软件信息有限公司 是中国 半导体 行业的重要企业之一。</a:t>
            </a:r>
          </a:p>
          <a:p>
            <a:r>
              <a:t>根据华辰资本 资产配置委员会 的研究，该公司成立于 2015 年，</a:t>
            </a:r>
          </a:p>
          <a:p>
            <a:r>
              <a:t>目前员工规模约 6302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创亿信息有限公司 主要位于产业链的 上游 环节。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济南亿次元网络有限公司 主要位于产业链的 中游 环节。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消费科技 行业的投资机会，并对 南康网络有限公司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根据内部财务模型测算，易动力科技有限公司 在未来三年</a:t>
            </a:r>
          </a:p>
          <a:p>
            <a:r>
              <a:t>收入复合增长率预计可达到 22%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消费科技 行业的投资机会，并对 兰金电子网络有限公司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根据内部财务模型测算，鸿睿思博网络有限公司 在未来三年</a:t>
            </a:r>
          </a:p>
          <a:p>
            <a:r>
              <a:t>收入复合增长率预计可达到 22%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医疗科技 行业的投资机会，并对 雨林木风计算机网络有限公司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创联世纪科技有限公司 主要位于产业链的 下游 环节。</a:t>
            </a:r>
          </a:p>
          <a:p/>
          <a:p/>
          <a:p>
            <a:r>
              <a:t>根据内部财务模型测算，精芯信息有限公司 在未来三年</a:t>
            </a:r>
          </a:p>
          <a:p>
            <a:r>
              <a:t>收入复合增长率预计可达到 18%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创亿信息有限公司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创亿信息有限公司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根据内部财务模型测算，新宇龙信息传媒有限公司 在未来三年</a:t>
            </a:r>
          </a:p>
          <a:p>
            <a:r>
              <a:t>收入复合增长率预计可达到 32%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根据内部财务模型测算，万迅电脑网络有限公司 在未来三年</a:t>
            </a:r>
          </a:p>
          <a:p>
            <a:r>
              <a:t>收入复合增长率预计可达到 13%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银嘉信息有限公司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精芯科技有限公司 是中国 云计算 行业的重要企业之一。</a:t>
            </a:r>
          </a:p>
          <a:p>
            <a:r>
              <a:t>根据华辰资本 投资策略部 的研究，该公司成立于 2005 年，</a:t>
            </a:r>
          </a:p>
          <a:p>
            <a:r>
              <a:t>目前员工规模约 3520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精芯科技有限公司 是中国 云计算 行业的重要企业之一。</a:t>
            </a:r>
          </a:p>
          <a:p>
            <a:r>
              <a:t>根据华辰资本 投资委员会 的研究，该公司成立于 2005 年，</a:t>
            </a:r>
          </a:p>
          <a:p>
            <a:r>
              <a:t>目前员工规模约 3520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九方网络有限公司 主要位于产业链的 中游 环节。</a:t>
            </a:r>
          </a:p>
          <a:p/>
          <a:p/>
          <a:p>
            <a:r>
              <a:t>富罳信息有限公司 是中国 医疗科技 行业的重要企业之一。</a:t>
            </a:r>
          </a:p>
          <a:p>
            <a:r>
              <a:t>根据华辰资本 风险管理部 的研究，该公司成立于 2018 年，</a:t>
            </a:r>
          </a:p>
          <a:p>
            <a:r>
              <a:t>目前员工规模约 2035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